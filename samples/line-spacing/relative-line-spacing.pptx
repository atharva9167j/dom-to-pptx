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1"/>
          <p:cNvSpPr/>
          <p:nvPr/>
        </p:nvSpPr>
        <p:spPr>
          <a:xfrm>
            <a:off x="0" y="0"/>
            <a:ext cx="9144000" cy="5143500"/>
          </a:xfrm>
          <a:prstGeom prst="rect">
            <a:avLst/>
          </a:prstGeom>
          <a:solidFill>
            <a:srgbClr val="F5F1E8"/>
          </a:solidFill>
          <a:ln/>
        </p:spPr>
      </p:sp>
      <p:sp>
        <p:nvSpPr>
          <p:cNvPr id="3" name="TextBox 3"/>
          <p:cNvSpPr/>
          <p:nvPr/>
        </p:nvSpPr>
        <p:spPr>
          <a:xfrm>
            <a:off x="762000" y="762000"/>
            <a:ext cx="3905250" cy="1190625"/>
          </a:xfrm>
          <a:prstGeom prst="rect">
            <a:avLst/>
          </a:prstGeom>
          <a:noFill/>
          <a:ln/>
        </p:spPr>
        <p:txBody>
          <a:bodyPr wrap="square" lIns="0" tIns="0" rIns="0" bIns="0" rtlCol="0" anchor="t">
            <a:spAutoFit/>
          </a:bodyPr>
          <a:lstStyle/>
          <a:p>
            <a:pPr algn="l" indent="0" marL="0">
              <a:lnSpc>
                <a:spcPct val="130208"/>
              </a:lnSpc>
              <a:buNone/>
            </a:pPr>
            <a:r>
              <a:rPr lang="en-US" sz="600" dirty="0">
                <a:solidFill>
                  <a:srgbClr val="17324D"/>
                </a:solidFill>
                <a:latin typeface="Arial" pitchFamily="34" charset="0"/>
                <a:ea typeface="Arial" pitchFamily="34" charset="-122"/>
                <a:cs typeface="Arial" pitchFamily="34" charset="-120"/>
              </a:rPr>
              <a:t>This wrapping paragraph preserves one editable soft-wrapped text box. Its measured 25 pixel line height is serialized relative to the 16 pixel font size so PowerPoint, Keynote, LibreOffice, and Google Slides can apply the same spacing model while keeping the original box geometry.</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2026-08-04T10:05:16Z</dcterms:created>
  <dcterms:modified xsi:type="dcterms:W3CDTF">2026-08-04T10:05:16Z</dcterms:modified>
</cp:coreProperties>
</file>